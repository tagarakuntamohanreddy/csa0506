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7" r:id="rId3"/>
    <p:sldId id="277" r:id="rId4"/>
    <p:sldId id="259" r:id="rId5"/>
    <p:sldId id="261" r:id="rId6"/>
    <p:sldId id="267" r:id="rId7"/>
    <p:sldId id="276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53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6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4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41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5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23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33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3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7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0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66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89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96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3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78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79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0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0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CC7B-08D4-D28B-75E9-84278ACA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6" y="1783081"/>
            <a:ext cx="7704667" cy="2212334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CONCEPT OF DATA INDEPENDENCE (LOGICAL AND PHYSICAL) AND ITS SIGNIFICANCE IN DBMS ARCHITECTURE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CSA0506:DATABASE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3F8F7-4AD3-04AA-776B-A49A97CFD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861" y="3995414"/>
            <a:ext cx="3739896" cy="2017541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R.HEMAVATHI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99220-C04C-3004-B7E1-F51695D0C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1999" y="3757614"/>
            <a:ext cx="4580381" cy="3341736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PRESENTED  BY 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T.MOHAN REDDY(192525118)</a:t>
            </a:r>
          </a:p>
          <a:p>
            <a:pPr marL="0" indent="0" algn="just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object 9">
            <a:extLst>
              <a:ext uri="{FF2B5EF4-FFF2-40B4-BE49-F238E27FC236}">
                <a16:creationId xmlns:a16="http://schemas.microsoft.com/office/drawing/2014/main" id="{F80CA659-4632-7E61-D85B-A476AA2984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3729" y="99690"/>
            <a:ext cx="812144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84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655" y="1432560"/>
            <a:ext cx="3294899" cy="106680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4313" y="2377440"/>
            <a:ext cx="7704667" cy="4172982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software used to store, organize, and manage data efficiently.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ability to modify the database structure without affecting application programs.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achieved using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three-level DBMS architecture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 External Level (User View)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2.Conceptual Level (Logical View)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3.Internal Level (Physical Storage)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flexibility, maintenance, and performance of databases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6F0613C1-5629-9C4B-499D-27DBDF4548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655" y="287913"/>
            <a:ext cx="816847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B27C-E094-890C-7D61-00C282F5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" y="1447799"/>
            <a:ext cx="7845213" cy="1417321"/>
          </a:xfrm>
        </p:spPr>
        <p:txBody>
          <a:bodyPr>
            <a:normAutofit/>
          </a:bodyPr>
          <a:lstStyle/>
          <a:p>
            <a:r>
              <a:rPr lang="en-IN" sz="3600" b="1" dirty="0"/>
              <a:t>Importance of Data Independence: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DF106-7D4E-F429-D799-F406298BA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need to modify application programs.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database maintenance easier.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flexibility and scalability.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database performance through storage optimization.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future database growth with minimal disruption.</a:t>
            </a: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B8C9ACC3-1D38-050E-C177-222118FD68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655" y="287913"/>
            <a:ext cx="816847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4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413412"/>
            <a:ext cx="7132320" cy="1266825"/>
          </a:xfrm>
        </p:spPr>
        <p:txBody>
          <a:bodyPr>
            <a:normAutofit/>
          </a:bodyPr>
          <a:lstStyle/>
          <a:p>
            <a:r>
              <a:rPr lang="en-IN" sz="3600" b="1" dirty="0"/>
              <a:t>Types of Data Independence: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649" y="2468880"/>
            <a:ext cx="7704667" cy="387998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1.Logical Data Independence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changes in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schema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affecting user applications.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or deleting attributes.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new tables.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relationships.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8FD0A005-18E2-F1C4-B48D-C4EB5D25FD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044" y="96184"/>
            <a:ext cx="794446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720" y="1935480"/>
            <a:ext cx="5172752" cy="1112520"/>
          </a:xfrm>
        </p:spPr>
        <p:txBody>
          <a:bodyPr>
            <a:normAutofit/>
          </a:bodyPr>
          <a:lstStyle/>
          <a:p>
            <a:r>
              <a:rPr lang="en-IN" sz="2800" dirty="0"/>
              <a:t>2</a:t>
            </a:r>
            <a:r>
              <a:rPr lang="en-IN" sz="2800" b="1" dirty="0"/>
              <a:t>.Physical Data  Independence</a:t>
            </a:r>
            <a:r>
              <a:rPr lang="en-IN" sz="2800" dirty="0"/>
              <a:t>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685" y="3200399"/>
            <a:ext cx="8082116" cy="2258641"/>
          </a:xfrm>
        </p:spPr>
        <p:txBody>
          <a:bodyPr>
            <a:normAutofit fontScale="55000" lnSpcReduction="20000"/>
          </a:bodyPr>
          <a:lstStyle/>
          <a:p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changes in the </a:t>
            </a:r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storage</a:t>
            </a:r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affecting the logical schema.</a:t>
            </a:r>
          </a:p>
          <a:p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Examples: 1.Changing file organization. </a:t>
            </a:r>
          </a:p>
          <a:p>
            <a:pPr marL="0" indent="0">
              <a:buNone/>
            </a:pPr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2.Adding indexes. </a:t>
            </a:r>
          </a:p>
          <a:p>
            <a:pPr marL="0" indent="0">
              <a:buNone/>
            </a:pPr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3.Upgrading storage devices.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DDD54EA8-DABA-5A14-E1D7-612583D211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884" y="44725"/>
            <a:ext cx="8082116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43" y="1275286"/>
            <a:ext cx="3137583" cy="2205652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843" y="2883310"/>
            <a:ext cx="7704667" cy="3332816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is a key feature of DBMS architecture.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separates applications from database changes.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user views from logical changes.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logical structure from storage changes.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makes databases more efficient, reliable, and easy to maintain.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75868215-D399-DCBC-A4E0-88FF1EE630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386" y="8461"/>
            <a:ext cx="8101782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backgrounds Images - Free Download on Freepik">
            <a:extLst>
              <a:ext uri="{FF2B5EF4-FFF2-40B4-BE49-F238E27FC236}">
                <a16:creationId xmlns:a16="http://schemas.microsoft.com/office/drawing/2014/main" id="{DB0335B6-AE7C-B4F3-C68E-5F4BD7B65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8659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269</TotalTime>
  <Words>296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Times New Roman</vt:lpstr>
      <vt:lpstr>Parallax</vt:lpstr>
      <vt:lpstr>PRESENT THE CONCEPT OF DATA INDEPENDENCE (LOGICAL AND PHYSICAL) AND ITS SIGNIFICANCE IN DBMS ARCHITECTURE  CSA0506:DATABASE MANAGEMENT SYSTEM</vt:lpstr>
      <vt:lpstr>Introduction :</vt:lpstr>
      <vt:lpstr>Importance of Data Independence:</vt:lpstr>
      <vt:lpstr>Types of Data Independence:</vt:lpstr>
      <vt:lpstr>2.Physical Data  Independence:</vt:lpstr>
      <vt:lpstr>Conclusion: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mallireddy vishnuvardhanrddy</dc:creator>
  <cp:keywords/>
  <dc:description>generated using python-pptx</dc:description>
  <cp:lastModifiedBy>Tagarakunta Mohan  Reddy</cp:lastModifiedBy>
  <cp:revision>13</cp:revision>
  <dcterms:created xsi:type="dcterms:W3CDTF">2013-01-27T09:14:16Z</dcterms:created>
  <dcterms:modified xsi:type="dcterms:W3CDTF">2026-07-21T03:48:54Z</dcterms:modified>
  <cp:category/>
</cp:coreProperties>
</file>